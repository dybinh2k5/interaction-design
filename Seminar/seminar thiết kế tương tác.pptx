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3" Type="http://schemas.openxmlformats.org/officeDocument/2006/relationships/officeDocument" Target="ppt/presentation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embedTrueTypeFonts="1" saveSubsetFonts="1">
  <p:sldMasterIdLst>
    <p:sldMasterId id="2147483648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2192000" cy="6858000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7" d="100"/>
          <a:sy n="57" d="100"/>
        </p:scale>
        <p:origin x="-2482" y="-91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presProps" Target="presProps.xml" /><Relationship Id="rId10" Type="http://schemas.openxmlformats.org/officeDocument/2006/relationships/slide" Target="slides/slide5.xml" /><Relationship Id="rId11" Type="http://schemas.openxmlformats.org/officeDocument/2006/relationships/slide" Target="slides/slide6.xml" /><Relationship Id="rId12" Type="http://schemas.openxmlformats.org/officeDocument/2006/relationships/slide" Target="slides/slide7.xml" /><Relationship Id="rId13" Type="http://schemas.openxmlformats.org/officeDocument/2006/relationships/slide" Target="slides/slide8.xml" /><Relationship Id="rId14" Type="http://schemas.openxmlformats.org/officeDocument/2006/relationships/slide" Target="slides/slide9.xml" /><Relationship Id="rId15" Type="http://schemas.openxmlformats.org/officeDocument/2006/relationships/slide" Target="slides/slide10.xml" /><Relationship Id="rId16" Type="http://schemas.openxmlformats.org/officeDocument/2006/relationships/slide" Target="slides/slide11.xml" /><Relationship Id="rId17" Type="http://schemas.openxmlformats.org/officeDocument/2006/relationships/slide" Target="slides/slide12.xml" /><Relationship Id="rId18" Type="http://schemas.openxmlformats.org/officeDocument/2006/relationships/slide" Target="slides/slide13.xml" /><Relationship Id="rId2" Type="http://schemas.openxmlformats.org/officeDocument/2006/relationships/tableStyles" Target="tableStyles.xml" /><Relationship Id="rId3" Type="http://schemas.openxmlformats.org/officeDocument/2006/relationships/viewProps" Target="viewProps.xml" /><Relationship Id="rId4" Type="http://schemas.openxmlformats.org/officeDocument/2006/relationships/theme" Target="theme/theme1.xml" /><Relationship Id="rId5" Type="http://schemas.openxmlformats.org/officeDocument/2006/relationships/slideMaster" Target="slideMasters/slideMaster1.xml" /><Relationship Id="rId6" Type="http://schemas.openxmlformats.org/officeDocument/2006/relationships/slide" Target="slides/slide1.xml" /><Relationship Id="rId7" Type="http://schemas.openxmlformats.org/officeDocument/2006/relationships/slide" Target="slides/slide2.xml" /><Relationship Id="rId8" Type="http://schemas.openxmlformats.org/officeDocument/2006/relationships/slide" Target="slides/slide3.xml" /><Relationship Id="rId9" Type="http://schemas.openxmlformats.org/officeDocument/2006/relationships/slide" Target="slides/slide4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27.02.2014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В‹#В›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49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3.png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4.png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5.png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6.png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7.png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8.png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9.png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0.png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1.png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2.png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3.png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7676642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7322566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7971409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7845933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9303766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6931533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7855966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7703566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8531733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7762875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PresentationFormat>On-screen Show (4:3)</PresentationFormat>
  <ScaleCrop>false</ScaleCrop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cp:revision>1</cp:revision>
  <dcterms:modified xsi:type="dcterms:W3CDTF">2025-11-24T01:57:34+00:00</dcterms:modified>
</cp:coreProperties>
</file>